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Exploratory Data Analysis (EDA)</a:t>
            </a:r>
          </a:p>
          <a:p>
            <a:r>
              <a:t>&amp; Business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Sales &amp; Revenue Analysis</a:t>
            </a:r>
          </a:p>
          <a:p>
            <a:r>
              <a:t>Chipotle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Cleaning &amp; Preparation</a:t>
            </a:r>
          </a:p>
          <a:p>
            <a:r>
              <a:t>• Descriptive Statistics</a:t>
            </a:r>
          </a:p>
          <a:p>
            <a:r>
              <a:t>• Sales &amp; Revenue Analysis</a:t>
            </a:r>
          </a:p>
          <a:p>
            <a:r>
              <a:t>• Business Insights &amp; KPIs</a:t>
            </a:r>
          </a:p>
          <a:p>
            <a:r>
              <a:t>• Dashboard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 Most Sold Items</a:t>
            </a:r>
          </a:p>
        </p:txBody>
      </p:sp>
      <p:pic>
        <p:nvPicPr>
          <p:cNvPr id="3" name="Picture 2" descr="ch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58521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 Revenue Generating Items</a:t>
            </a:r>
          </a:p>
        </p:txBody>
      </p:sp>
      <p:pic>
        <p:nvPicPr>
          <p:cNvPr id="3" name="Picture 2" descr="ch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58521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Distribution</a:t>
            </a:r>
          </a:p>
        </p:txBody>
      </p:sp>
      <p:pic>
        <p:nvPicPr>
          <p:cNvPr id="3" name="Picture 2" descr="chart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58521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 Size Distribution</a:t>
            </a:r>
          </a:p>
        </p:txBody>
      </p:sp>
      <p:pic>
        <p:nvPicPr>
          <p:cNvPr id="3" name="Picture 2" descr="chart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58521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per Order Trend</a:t>
            </a:r>
          </a:p>
        </p:txBody>
      </p:sp>
      <p:pic>
        <p:nvPicPr>
          <p:cNvPr id="3" name="Picture 2" descr="chart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58521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 Most Expensive Items</a:t>
            </a:r>
          </a:p>
        </p:txBody>
      </p:sp>
      <p:pic>
        <p:nvPicPr>
          <p:cNvPr id="3" name="Picture 2" descr="chart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58521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Quantity Distribution</a:t>
            </a:r>
          </a:p>
        </p:txBody>
      </p:sp>
      <p:pic>
        <p:nvPicPr>
          <p:cNvPr id="3" name="Picture 2" descr="chart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58521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Revenue highly concentrated among top products</a:t>
            </a:r>
          </a:p>
          <a:p>
            <a:r>
              <a:t>• Majority of orders contain small item counts</a:t>
            </a:r>
          </a:p>
          <a:p>
            <a:r>
              <a:t>• High-value items significantly impact total revenue</a:t>
            </a:r>
          </a:p>
          <a:p>
            <a:r>
              <a:t>• Opportunity for upselling in low-quantity orders</a:t>
            </a:r>
          </a:p>
          <a:p>
            <a:r>
              <a:t>• Data suitable for dashboard &amp; BI reporting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